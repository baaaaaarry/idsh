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0424c441564e80" /><Relationship Type="http://schemas.openxmlformats.org/officeDocument/2006/relationships/extended-properties" Target="/docProps/app.xml" Id="Rf309adbc00ad4c35" /><Relationship Type="http://schemas.openxmlformats.org/officeDocument/2006/relationships/officeDocument" Target="/ppt/presentation.xml" Id="R453e2550a905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bef8d9a35d4d43"/>
  </p:sldMasterIdLst>
  <p:notesMasterIdLst>
    <p:notesMasterId xmlns:r="http://schemas.openxmlformats.org/officeDocument/2006/relationships" r:id="Rb32df77613844f1d"/>
  </p:notesMasterIdLst>
  <p:sldIdLst>
    <p:sldId xmlns:r="http://schemas.openxmlformats.org/officeDocument/2006/relationships" id="256" r:id="R3e66a253e18542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6498c7e6942ba" /><Relationship Type="http://schemas.openxmlformats.org/officeDocument/2006/relationships/slideMaster" Target="/ppt/slideMasters/slideMaster1.xml" Id="R92bef8d9a35d4d43" /><Relationship Type="http://schemas.openxmlformats.org/officeDocument/2006/relationships/notesMaster" Target="/ppt/notesMasters/notesMaster1.xml" Id="Rb32df77613844f1d" /><Relationship Type="http://schemas.openxmlformats.org/officeDocument/2006/relationships/presProps" Target="/ppt/presProps.xml" Id="R7ddd28f4ef6842e5" /><Relationship Type="http://schemas.openxmlformats.org/officeDocument/2006/relationships/tableStyles" Target="/ppt/tableStyles.xml" Id="Rb336dfd3231b40db" /><Relationship Type="http://schemas.openxmlformats.org/officeDocument/2006/relationships/slide" Target="/ppt/slides/slide1.xml" Id="R3e66a253e18542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531b8ddb6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b62fbb0e274613" /><Relationship Type="http://schemas.openxmlformats.org/officeDocument/2006/relationships/notesMaster" Target="/ppt/notesMasters/notesMaster1.xml" Id="R2aff018057d5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 gem5-lab 当前非侵入式 Loop Agent 方案整理；视觉风格参考既有 OpenNPUX 架构与 Modeling 路线材料。所有流程节点均为可编辑 PowerPoint 原生形状。参考文件：/Users/libo/Work/gem5/ppt_out/opennpux-npu-pipe-roadmap.pptx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3133f0b5046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5e6037e884460" /><Relationship Type="http://schemas.openxmlformats.org/officeDocument/2006/relationships/slideLayout" Target="/ppt/slideLayouts/slideLayout1.xml" Id="Ra7e069fe7faf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e069fe7faf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847d3f72348e4" /><Relationship Type="http://schemas.openxmlformats.org/officeDocument/2006/relationships/notesSlide" Target="/ppt/notesSlides/notesSlide1.xml" Id="R32055bd9af6241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73C133-AE31-4DC8-BC50-CAC13FBD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Agent 自动化遍历 Ruby Modeling 性能优化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CE63A-76AB-4A45-9C6D-90AE3141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6675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F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61D26-6033-4510-9D58-29AC7114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固定硬件边界 → 自动生成候选配置 → GKB / lmbench 验证 → 学习迭代 → 收敛固化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8AFDA-F901-415F-AAD1-CAA84FA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191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非侵入式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8960-8B15-4E90-84E7-879CD991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191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自动收敛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7917C-5D27-4D5C-A616-90600414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04925"/>
            <a:ext cx="2552700" cy="4000500"/>
          </a:xfrm>
          <a:prstGeom xmlns:a="http://schemas.openxmlformats.org/drawingml/2006/main" prst="roundRect">
            <a:avLst>
              <a:gd name="adj" fmla="val 41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83CC9-A829-43DB-A2D7-14DB201A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① 受控配置输入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40E59-B2CE-40CA-9D56-EE18931A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1DA44-4186-4C6A-B9A0-18AFB727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人工确认项与 Agent 搜索空间严格分离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BD3B7-42D6-47F4-BA4B-20E2AEB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2171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11430">
            <a:solidFill>
              <a:srgbClr val="A9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87C3F-B2F8-41BE-A142-A997FFF1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A2C0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rPr>
              <a:t>FIXED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F7366-AFBD-4B0F-941F-77B32F23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硬件 Modeling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308F4-D981-47AC-8E3C-67FCF05A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拓扑、协议、时钟、安全边界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BD673-3274-466A-AA7D-13A0C01A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59C8B-773A-4898-AFF4-147F2B43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59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59F4"/>
                </a:solidFill>
                <a:latin typeface="Arial Unicode MS"/>
                <a:ea typeface="Arial Unicode MS"/>
                <a:cs typeface="Arial Unicode MS"/>
              </a:rPr>
              <a:t>P-core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A9F2D-E0F3-44D9-AB27-E30B6126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908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性能核专属 Ruby 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3BABD-B770-4408-8F44-F188F671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F7BDE-E836-4C7F-AD6E-9AB2F3EE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E-core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630D8-D26C-4889-9F3E-5E7CD9CA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能效核专属 Ruby 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7550D-A6E5-4D76-A680-D4DBBC95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4E57D-A018-44A8-B241-65A3851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Shared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E402C-137A-47CE-82AF-9415817A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957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L3 / SNF / Network 共享参数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78E66-71AC-4BEF-8DF1-FA1F1E18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rPr>
              <a:t>YAML：manual-confirmed / search-space /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2CAAD-8231-4962-820D-72024E94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04925"/>
            <a:ext cx="5772150" cy="4000500"/>
          </a:xfrm>
          <a:prstGeom xmlns:a="http://schemas.openxmlformats.org/drawingml/2006/main" prst="roundRect">
            <a:avLst>
              <a:gd name="adj" fmla="val 2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3E8E3-B05D-40A5-9C7F-DB233404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38275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② Loop Agent 闭环优化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C18F9-6A5C-4F01-AB53-7F355AF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62125"/>
            <a:ext cx="539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9BE43-A143-4007-A775-D38F2F4F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57325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GKB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BC04B-8F46-4CC8-A546-805775F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57325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lmbench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7CEBE-E3B4-451B-8DC3-1B954D79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19275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同一流程适配单核 / 多核；按 core_scope 选择 P-core、E-core、Shared 或 Mixed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2BE26-FDD1-4F9D-98E8-819748A4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59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31782B-A30C-49AC-98F7-8CB1E287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208873-157A-4E38-A512-212A7026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生成候选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F8637-0EEB-4D35-9F53-D66A628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基于历史最优与禁区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批量采样 Ruby 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05A71C-4D7B-4F14-8DB0-E3181C4E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65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0C4794-062A-4F15-8DF5-93461D2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A4A948-11C3-474E-B328-58432B2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门禁检查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A8B1E8-0C09-4A33-AF0D-39BE5516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约束合法性 + Smoke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失败即记录并学习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6CD60C-7FA0-4BCD-8A5E-6057A7DE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5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E1A8A4-87CE-451B-88BB-F415C20F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0B35BE-500D-46A1-90F6-4AFFBEE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性能测试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9BD90D-96A6-4865-90DE-D628180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运行测试矩阵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采集性能与仿真成本</a:t>
            </a:r>
          </a:p>
        </p:txBody>
      </p:sp>
      <p:cxnSp>
        <p:nvCxnSpPr>
          <p:cNvPr id="134" name=""/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8196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headEnd type="triangle" w="sm" len="sm"/>
          </a:ln>
        </p:spPr>
      </p:cxnSp>
      <p:cxnSp>
        <p:nvCxnSpPr>
          <p:cNvPr id="135" name=""/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7246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head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B6FB3F-17F6-47FA-A57F-A194885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5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04D13D-C695-42E1-8CCB-A8339CF1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74224A-D39A-4769-B5E1-0BE4A7E4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指标解析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AD8FD8-9AA4-4FFA-BC54-71FE2273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43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Score / HW 误差 /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稳定性 / 资源代价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EDA71A-289C-4AC7-8482-45A25FD5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59F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1DB35C-801F-4271-A9A7-583A1591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5C9F10-2348-4CCE-A015-497C1AC1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模型更新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9E73E3-D1ED-4F3F-9193-3C12289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更新参数重要度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探索有效区、规避禁区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728F27-45D1-405B-8F05-4857A80C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65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B114A8-C30E-4B43-AB9E-A324E74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A1AA68-2F92-4B64-A952-65AC8FFA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收敛判断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C44D8D-FD39-4E24-ABD4-17EC7FC0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收益、预算、连续无改善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满足条件后自动停止</a:t>
            </a:r>
          </a:p>
        </p:txBody>
      </p:sp>
      <p:cxnSp>
        <p:nvCxnSpPr>
          <p:cNvPr id="148" name=""/>
          <p:cNvCxnSpPr>
            <a:stCxn xmlns:a="http://schemas.openxmlformats.org/drawingml/2006/main" id="44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5143500" y="3676650"/>
            <a:ext cx="3486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head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48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H="1">
            <a:off x="3238500" y="3676650"/>
            <a:ext cx="3486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headEnd type="triangle" w="sm" len="sm"/>
          </a:ln>
        </p:spPr>
      </p:cxnSp>
      <p:cxnSp>
        <p:nvCxnSpPr>
          <p:cNvPr id="150" name=""/>
          <p:cNvCxnSpPr>
            <a:stCxn xmlns:a="http://schemas.openxmlformats.org/drawingml/2006/main" id="38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7839075" y="29813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542"/>
            </a:solidFill>
            <a:prstDash val="solid"/>
            <a:headEnd type="triangle" w="sm" len="sm"/>
          </a:ln>
        </p:spPr>
      </p:cxnSp>
      <p:cxnSp>
        <p:nvCxnSpPr>
          <p:cNvPr id="151" name=""/>
          <p:cNvCxnSpPr>
            <a:stCxn xmlns:a="http://schemas.openxmlformats.org/drawingml/2006/main" id="52" idx="1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3238500" y="260985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dash"/>
            <a:head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78EDA4-B7EA-4999-BB6B-AB3AA1A2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未收敛：下一轮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C29154-3E65-4C7D-8EF3-DC95062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71975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59F4"/>
            </a:solidFill>
            <a:prstDash val="dash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D5D2E1-F015-4A7B-A647-71BA717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2038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已收敛：完整验证 + 重复测试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39BA76-A069-44AB-BDA0-20479DD7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输出：最终 Ruby 配置 + 最优参数组合 + 失败禁区 + 完整可追溯实验记录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06E4FD-2D54-4729-A291-407D7D5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04925"/>
            <a:ext cx="2857500" cy="4000500"/>
          </a:xfrm>
          <a:prstGeom xmlns:a="http://schemas.openxmlformats.org/drawingml/2006/main" prst="roundRect">
            <a:avLst>
              <a:gd name="adj" fmla="val 3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89E964-56EE-4EB4-A61C-D285F1E3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38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③ Dashboard 实时观测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0716A4-2E7A-441D-926E-B9F0AA7B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7995F5-DE50-4B8B-BE63-8C7070ED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6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Agent 只输出标准事件；服务统一校验、存储与展示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DC4775-6FF7-4F34-9826-2C5DD305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685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JSON</a:t>
            </a:r>
          </a:p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事件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47ECEE-4AA1-4A7F-BAD1-88F5CDF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47900"/>
            <a:ext cx="685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SQLite</a:t>
            </a:r>
          </a:p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+ API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F591D8-C1D0-432C-BB83-81B50D5F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47900"/>
            <a:ext cx="7048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实时</a:t>
            </a:r>
          </a:p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Dashboard</a:t>
            </a:r>
          </a:p>
        </p:txBody>
      </p:sp>
      <p:cxnSp>
        <p:nvCxnSpPr>
          <p:cNvPr id="163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9867900" y="2509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headEnd type="triangle" w="sm" len="sm"/>
          </a:ln>
        </p:spPr>
      </p:cxnSp>
      <p:cxnSp>
        <p:nvCxnSpPr>
          <p:cNvPr id="164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0753725" y="2509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head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7F2C7C2-B9B1-4C38-A537-BF8838B5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B91C52-AA3D-4DC6-AB04-F86482E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当前阶段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E79FD64-3A61-47C0-B878-5EBDF1AD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990850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测试 / 学习 / 验证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5C6B05-DCEE-42E6-B4CD-75AE4911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62325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BDC900-03E2-4000-BBA7-9CBD3710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3243C2-64FA-4B7A-B5E0-9EE7082B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19475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优化趋势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E302D5-4DCD-4D43-83C8-87E3177B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419475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总体 + Case 梯度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64369A-6EC7-4BB7-BED0-9BA5D384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E3FE3F3-93A6-4FFA-91AF-3C225B44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C64E846-AABA-4A2A-94EC-B0109B2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481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遍历覆盖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6D0ECB7-B2A6-4526-9511-9DA4BFA7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848100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2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P / E / Shared 参数域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3689B92-F3FD-4D4D-B990-829097DE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19575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CE2EC87-382F-4836-A942-AE31848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52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39E"/>
          </a:solidFill>
          <a:ln xmlns:a="http://schemas.openxmlformats.org/drawingml/2006/main" w="0">
            <a:solidFill>
              <a:srgbClr val="71839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AD41ED1-6F75-4C6E-8407-5F8D28D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76725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运行状态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47BAA5-D126-4756-A41F-77364D7A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276725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构建、Trial、失败原因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1F059B-DBBA-4A72-966C-E58C391F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10125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3FC3"/>
          </a:solidFill>
          <a:ln xmlns:a="http://schemas.openxmlformats.org/drawingml/2006/main" w="11430">
            <a:solidFill>
              <a:srgbClr val="153FC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 Champion 配置可直接固化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66CCF8-DEA0-4BBE-8EBC-3E1F51DE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05450"/>
            <a:ext cx="11525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F49DF"/>
          </a:solidFill>
          <a:ln xmlns:a="http://schemas.openxmlformats.org/drawingml/2006/main" w="0">
            <a:solidFill>
              <a:srgbClr val="1F49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EDB0E8F-8113-42D5-A652-CA2FBFC9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21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方案价值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3D5E6D1-58F0-459A-A0DB-2337872A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19750"/>
            <a:ext cx="969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在不修改 gem5 主工程的前提下，把 Ruby 配置探索从“人工试参”升级为可约束、可追溯、会收敛的 Agent 自动优化闭环。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18D01C-E98E-4BB6-B814-28A9081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1980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CE7FF"/>
                </a:solidFill>
                <a:latin typeface="Arial Unicode MS"/>
                <a:ea typeface="Arial Unicode MS"/>
                <a:cs typeface="Arial Unicode MS"/>
              </a:rPr>
              <a:t>D9300 P-core / E-core 独立建模 ｜ GKB / lmbench 统一接入 ｜ CI/CD 并行执行 ｜ Dashboard 实时呈现 ｜ 达到收敛条件自动停止</a:t>
            </a:r>
          </a:p>
        </p:txBody>
      </p:sp>
    </p:spTree>
    <p:extLst>
      <p:ext uri="{BB962C8B-B14F-4D97-AF65-F5344CB8AC3E}">
        <p14:creationId xmlns:p14="http://schemas.microsoft.com/office/powerpoint/2010/main" val="1341756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2026-09-15T08:52:22.9570000Z</dcterms:created>
  <dcterms:modified xsi:type="dcterms:W3CDTF">2026-09-15T08:52:22.9570000Z</dcterms:modified>
</coreProperties>
</file>